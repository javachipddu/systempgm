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8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0307A-DF43-6164-4E73-C6BC10ED67B3}" v="240" dt="2026-06-03T17:49:15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vachipddu/SystemPg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vachipddu/SystemPgm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>
                <a:latin typeface="Malgun Gothic"/>
                <a:ea typeface="Malgun Gothic"/>
              </a:rPr>
              <a:t>시스템프로그래밍</a:t>
            </a:r>
            <a:r>
              <a:rPr lang="ko-KR" dirty="0">
                <a:latin typeface="Malgun Gothic"/>
                <a:ea typeface="Malgun Gothic"/>
              </a:rPr>
              <a:t/>
            </a:r>
            <a:br>
              <a:rPr lang="ko-KR" dirty="0">
                <a:latin typeface="Malgun Gothic"/>
                <a:ea typeface="Malgun Gothic"/>
              </a:rPr>
            </a:br>
            <a:r>
              <a:rPr lang="ko-KR" altLang="en-US">
                <a:latin typeface="Malgun Gothic"/>
                <a:ea typeface="Malgun Gothic"/>
              </a:rPr>
              <a:t>깃허브 정리</a:t>
            </a:r>
            <a:endParaRPr lang="ko-KR">
              <a:latin typeface="맑은 고딕"/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dirty="0">
                <a:latin typeface="Malgun Gothic"/>
                <a:ea typeface="Malgun Gothic"/>
                <a:hlinkClick r:id="rId2"/>
              </a:rPr>
              <a:t>https://github.com/javachipddu/SystemPgm</a:t>
            </a:r>
            <a:endParaRPr lang="ko-KR">
              <a:latin typeface="Malgun Gothic"/>
              <a:ea typeface="Malgun Gothic"/>
            </a:endParaRPr>
          </a:p>
          <a:p>
            <a:r>
              <a:rPr lang="en-US" altLang="ko-KR">
                <a:latin typeface="Malgun Gothic"/>
                <a:ea typeface="Malgun Gothic"/>
              </a:rPr>
              <a:t>2021963020</a:t>
            </a:r>
            <a:r>
              <a:rPr lang="ko-KR" altLang="en-US">
                <a:latin typeface="Malgun Gothic"/>
                <a:ea typeface="Malgun Gothic"/>
              </a:rPr>
              <a:t> 김재홍</a:t>
            </a:r>
            <a:endParaRPr lang="ko-KR" dirty="0">
              <a:latin typeface="Malgun Gothic"/>
              <a:ea typeface="Malgun Gothic"/>
            </a:endParaRP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AE38E40-9443-C857-7DED-6A71DE6F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1주차 수업 </a:t>
            </a:r>
            <a:r>
              <a:rPr lang="ko-KR" altLang="en-US" dirty="0" smtClean="0">
                <a:ea typeface="맑은 고딕"/>
              </a:rPr>
              <a:t>정리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080" y="1316736"/>
            <a:ext cx="6892155" cy="2271814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764" y="3588550"/>
            <a:ext cx="6826471" cy="293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5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1FAE1A9-DB33-200B-11ED-54E247BE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2주차 수업 정리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95900"/>
            <a:ext cx="5988113" cy="3014599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612" y="1412271"/>
            <a:ext cx="4385188" cy="418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2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0A78F19-73E4-8EF7-8F0C-CEF15CD2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3주차 수업 </a:t>
            </a:r>
            <a:r>
              <a:rPr lang="ko-KR" altLang="en-US" dirty="0" smtClean="0">
                <a:ea typeface="맑은 고딕"/>
              </a:rPr>
              <a:t>정리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0195"/>
            <a:ext cx="5134022" cy="2615446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223" y="1690688"/>
            <a:ext cx="5121060" cy="305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5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29DC79F-1F9B-C7A8-E79B-5E7985F9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4주차 수업 </a:t>
            </a:r>
            <a:r>
              <a:rPr lang="ko-KR" altLang="en-US" dirty="0" smtClean="0">
                <a:ea typeface="맑은 고딕"/>
              </a:rPr>
              <a:t>정리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706548" cy="2991040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748" y="2095024"/>
            <a:ext cx="6390522" cy="218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9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4678707-6B98-D17E-3195-3638461F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5주차 수업 </a:t>
            </a:r>
            <a:r>
              <a:rPr lang="ko-KR" altLang="en-US" dirty="0" smtClean="0">
                <a:ea typeface="맑은 고딕"/>
              </a:rPr>
              <a:t>정리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301" y="1622796"/>
            <a:ext cx="4945398" cy="2493833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44" y="4048737"/>
            <a:ext cx="6306312" cy="280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5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AAB4897-C7A3-061A-3F85-DB745510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6주차 수업 </a:t>
            </a:r>
            <a:r>
              <a:rPr lang="ko-KR" altLang="en-US" dirty="0" smtClean="0">
                <a:ea typeface="맑은 고딕"/>
              </a:rPr>
              <a:t>정리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987" y="1703146"/>
            <a:ext cx="4634023" cy="2334850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623" y="4037996"/>
            <a:ext cx="7540752" cy="256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0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864BEF-7F43-E5D7-EABE-B7B353F6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7주차 </a:t>
            </a:r>
            <a:r>
              <a:rPr lang="ko-KR" altLang="en-US" dirty="0" smtClean="0">
                <a:ea typeface="맑은 고딕"/>
              </a:rPr>
              <a:t>수업 정리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3136704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827392"/>
            <a:ext cx="10058400" cy="197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0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869B492-F094-4297-61F8-C557344E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9주차 수업 </a:t>
            </a:r>
            <a:r>
              <a:rPr lang="ko-KR" altLang="en-US" dirty="0" smtClean="0">
                <a:ea typeface="맑은 고딕"/>
              </a:rPr>
              <a:t>정리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380" y="1690688"/>
            <a:ext cx="6111240" cy="2258957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560" y="3949645"/>
            <a:ext cx="5516880" cy="243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98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AABC156-0CF0-2781-1090-27C6E268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10주차 수업 </a:t>
            </a:r>
            <a:r>
              <a:rPr lang="ko-KR" altLang="en-US" dirty="0" smtClean="0">
                <a:ea typeface="맑은 고딕"/>
              </a:rPr>
              <a:t>정리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256" y="1343078"/>
            <a:ext cx="6453487" cy="2749219"/>
          </a:xfr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386" y="4092297"/>
            <a:ext cx="6219226" cy="276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0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AD441AF-E712-413D-6D26-BF411712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11주차 수업 정리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504" y="1690688"/>
            <a:ext cx="5880992" cy="2660329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80" y="4351017"/>
            <a:ext cx="6949440" cy="239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07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131177F-3C30-133D-AB11-13C875B2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12주차 수업 정리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22" y="1690688"/>
            <a:ext cx="6624756" cy="3354881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20" y="5045569"/>
            <a:ext cx="7528560" cy="181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47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13</a:t>
            </a:r>
            <a:r>
              <a:rPr lang="ko-KR" altLang="en-US" dirty="0" smtClean="0"/>
              <a:t>주차 수업 정리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24" y="1793668"/>
            <a:ext cx="6550152" cy="2650318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443986"/>
            <a:ext cx="10058400" cy="189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시스템프로그래밍</a:t>
            </a:r>
            <a:r>
              <a:rPr lang="ko-KR" altLang="en-US" dirty="0">
                <a:ea typeface="맑은 고딕"/>
              </a:rPr>
              <a:t/>
            </a:r>
            <a:br>
              <a:rPr lang="ko-KR" altLang="en-US" dirty="0">
                <a:ea typeface="맑은 고딕"/>
              </a:rPr>
            </a:br>
            <a:r>
              <a:rPr lang="ko-KR" altLang="en-US">
                <a:ea typeface="맑은 고딕"/>
              </a:rPr>
              <a:t>명령어 30개 정리</a:t>
            </a:r>
            <a:endParaRPr lang="ko-KR" altLang="en-US" dirty="0"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2021963020 김재홍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="" xmlns:a16="http://schemas.microsoft.com/office/drawing/2014/main" id="{DA2C3788-2349-7C58-8629-8C2E18E0906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48000" y="3378200"/>
          <a:ext cx="6984234" cy="10498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984234">
                  <a:extLst>
                    <a:ext uri="{9D8B030D-6E8A-4147-A177-3AD203B41FA5}">
                      <a16:colId xmlns="" xmlns:a16="http://schemas.microsoft.com/office/drawing/2014/main" val="2669180025"/>
                    </a:ext>
                  </a:extLst>
                </a:gridCol>
              </a:tblGrid>
              <a:tr h="1049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>
                          <a:effectLst/>
                          <a:hlinkClick r:id="rId2"/>
                        </a:rPr>
                        <a:t>https://github.com/javachipddu/SystemPgm</a:t>
                      </a:r>
                      <a:endParaRPr lang="ko-KR" sz="24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04974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102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124" y="85258"/>
            <a:ext cx="9859751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68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55" y="0"/>
            <a:ext cx="9350165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168" y="0"/>
            <a:ext cx="3608832" cy="558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8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811"/>
            <a:ext cx="9707330" cy="683037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164" y="-13811"/>
            <a:ext cx="3393836" cy="581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48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96372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729" y="0"/>
            <a:ext cx="6422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74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39260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260" y="0"/>
            <a:ext cx="6352740" cy="154610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260" y="1719072"/>
            <a:ext cx="3168763" cy="51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99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547" y="0"/>
            <a:ext cx="8140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70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98" y="594917"/>
            <a:ext cx="9878804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50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61" y="666364"/>
            <a:ext cx="9869277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79" y="0"/>
            <a:ext cx="9553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69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740" y="0"/>
            <a:ext cx="5908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3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40" y="328180"/>
            <a:ext cx="9812119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51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868" y="0"/>
            <a:ext cx="8482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80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291" y="0"/>
            <a:ext cx="7353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59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685" y="0"/>
            <a:ext cx="6506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85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026" y="0"/>
            <a:ext cx="6115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66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11793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469" y="1580892"/>
            <a:ext cx="5277587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09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45" y="0"/>
            <a:ext cx="9279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15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268" y="0"/>
            <a:ext cx="9427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1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" y="0"/>
            <a:ext cx="8289095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278" y="1223654"/>
            <a:ext cx="6049219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99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52" y="0"/>
            <a:ext cx="6509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25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80672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201" y="1080760"/>
            <a:ext cx="6801799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50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7073"/>
            <a:ext cx="9302496" cy="350200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884" y="157695"/>
            <a:ext cx="4448116" cy="490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62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904" y="0"/>
            <a:ext cx="7752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77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59" y="0"/>
            <a:ext cx="9108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03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516" y="0"/>
            <a:ext cx="8830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97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703" y="1256997"/>
            <a:ext cx="9802593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029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87" y="413916"/>
            <a:ext cx="9850225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768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282" y="209100"/>
            <a:ext cx="9745435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755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2128"/>
            <a:ext cx="9831172" cy="51537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569" y="0"/>
            <a:ext cx="51992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011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64271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200" y="469900"/>
            <a:ext cx="8178800" cy="619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99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A079982-46E9-605D-5B33-3A89AEE74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>
                <a:ea typeface="맑은 고딕"/>
              </a:rPr>
              <a:t>깃허브</a:t>
            </a:r>
            <a:r>
              <a:rPr lang="ko-KR" altLang="en-US" dirty="0">
                <a:ea typeface="맑은 고딕"/>
              </a:rPr>
              <a:t> 정리 점수: 15</a:t>
            </a:r>
            <a:r>
              <a:rPr lang="ko-KR" altLang="en-US" dirty="0" smtClean="0">
                <a:ea typeface="맑은 고딕"/>
              </a:rPr>
              <a:t>점</a:t>
            </a:r>
            <a:r>
              <a:rPr lang="en-US" altLang="ko-KR" dirty="0" smtClean="0">
                <a:ea typeface="맑은 고딕"/>
              </a:rPr>
              <a:t/>
            </a:r>
            <a:br>
              <a:rPr lang="en-US" altLang="ko-KR" dirty="0" smtClean="0">
                <a:ea typeface="맑은 고딕"/>
              </a:rPr>
            </a:br>
            <a:r>
              <a:rPr lang="ko-KR" altLang="en-US" dirty="0" smtClean="0">
                <a:ea typeface="맑은 고딕"/>
              </a:rPr>
              <a:t>명령어 </a:t>
            </a:r>
            <a:r>
              <a:rPr lang="ko-KR" altLang="en-US" dirty="0">
                <a:ea typeface="맑은 고딕"/>
              </a:rPr>
              <a:t>30개 점수: 15</a:t>
            </a:r>
            <a:r>
              <a:rPr lang="ko-KR" altLang="en-US" dirty="0" smtClean="0">
                <a:ea typeface="맑은 고딕"/>
              </a:rPr>
              <a:t>점</a:t>
            </a:r>
            <a:r>
              <a:rPr lang="en-US" altLang="ko-KR" dirty="0" smtClean="0">
                <a:ea typeface="맑은 고딕"/>
              </a:rPr>
              <a:t/>
            </a:r>
            <a:br>
              <a:rPr lang="en-US" altLang="ko-KR" dirty="0" smtClean="0">
                <a:ea typeface="맑은 고딕"/>
              </a:rPr>
            </a:br>
            <a:r>
              <a:rPr lang="ko-KR" altLang="en-US" dirty="0" smtClean="0">
                <a:ea typeface="맑은 고딕"/>
              </a:rPr>
              <a:t>총 </a:t>
            </a:r>
            <a:r>
              <a:rPr lang="en-US" altLang="ko-KR" dirty="0" smtClean="0">
                <a:ea typeface="맑은 고딕"/>
              </a:rPr>
              <a:t>30</a:t>
            </a:r>
            <a:r>
              <a:rPr lang="ko-KR" altLang="en-US" dirty="0" smtClean="0">
                <a:ea typeface="맑은 고딕"/>
              </a:rPr>
              <a:t>점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84B975CB-6E75-0736-C1C2-C937126AA1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latin typeface="Malgun Gothic"/>
                <a:ea typeface="Malgun Gothic"/>
              </a:rPr>
              <a:t>★★★★★</a:t>
            </a:r>
            <a:endParaRPr lang="ko-KR" dirty="0"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7462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67</Words>
  <Application>Microsoft Office PowerPoint</Application>
  <PresentationFormat>와이드스크린</PresentationFormat>
  <Paragraphs>21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9" baseType="lpstr">
      <vt:lpstr>맑은 고딕</vt:lpstr>
      <vt:lpstr>맑은 고딕</vt:lpstr>
      <vt:lpstr>Arial</vt:lpstr>
      <vt:lpstr>Office 테마</vt:lpstr>
      <vt:lpstr>시스템프로그래밍 깃허브 정리</vt:lpstr>
      <vt:lpstr>1주차 수업 정리</vt:lpstr>
      <vt:lpstr>2주차 수업 정리</vt:lpstr>
      <vt:lpstr>3주차 수업 정리</vt:lpstr>
      <vt:lpstr>4주차 수업 정리</vt:lpstr>
      <vt:lpstr>5주차 수업 정리</vt:lpstr>
      <vt:lpstr>6주차 수업 정리</vt:lpstr>
      <vt:lpstr>7주차 수업 정리</vt:lpstr>
      <vt:lpstr>9주차 수업 정리</vt:lpstr>
      <vt:lpstr>10주차 수업 정리</vt:lpstr>
      <vt:lpstr>11주차 수업 정리</vt:lpstr>
      <vt:lpstr>12주차 수업 정리</vt:lpstr>
      <vt:lpstr>13주차 수업 정리</vt:lpstr>
      <vt:lpstr>시스템프로그래밍 명령어 30개 정리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깃허브 정리 점수: 15점 명령어 30개 점수: 15점 총 30점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시스템프로그래밍 깃허브 정리</dc:title>
  <dc:creator/>
  <cp:lastModifiedBy>user</cp:lastModifiedBy>
  <cp:revision>104</cp:revision>
  <dcterms:created xsi:type="dcterms:W3CDTF">2012-07-30T17:18:39Z</dcterms:created>
  <dcterms:modified xsi:type="dcterms:W3CDTF">2026-06-10T20:27:13Z</dcterms:modified>
</cp:coreProperties>
</file>