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D8BD707-D9CF-40AE-B4C6-C98DA3205C09}" type="datetime1">
              <a:rPr lang="en-US"/>
              <a:pPr lvl="0">
                <a:defRPr/>
              </a:pPr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latinLnBrk="1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 xmlns:mc="http://schemas.openxmlformats.org/markup-compatibility/2006" xmlns:hp="http://schemas.haansoft.com/office/presentation/8.0" mc:Ignorable="hp" hp:hslDur="50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  <p:sp>
        <p:nvSpPr>
          <p:cNvPr id="3" name="제목 1"/>
          <p:cNvSpPr>
            <a:spLocks noGrp="1"/>
          </p:cNvSpPr>
          <p:nvPr>
            <p:ph type="title" idx="0"/>
          </p:nvPr>
        </p:nvSpPr>
        <p:spPr>
          <a:xfrm>
            <a:off x="4013200" y="8001000"/>
            <a:ext cx="8229600" cy="1143000"/>
          </a:xfrm>
        </p:spPr>
        <p:txBody>
          <a:bodyPr/>
          <a:lstStyle/>
          <a:p>
            <a:pPr latinLnBrk="1">
              <a:defRPr/>
            </a:pPr>
            <a:r>
              <a:rPr lang="en-US" altLang="en-US" b="1"/>
              <a:t>2021963020 </a:t>
            </a:r>
            <a:r>
              <a:rPr lang="ko-KR" altLang="en-US" b="1"/>
              <a:t>김재홍</a:t>
            </a:r>
            <a:endParaRPr lang="ko-KR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</ep:Words>
  <ep:PresentationFormat>On-screen Show (4:3)</ep:PresentationFormat>
  <ep:Paragraphs>1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2021963020 김재홍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SM-S937N</cp:lastModifiedBy>
  <dcterms:modified xsi:type="dcterms:W3CDTF">2026-05-21T02:29:54.013</dcterms:modified>
  <cp:revision>2</cp:revision>
  <cp:version/>
</cp:coreProperties>
</file>